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ECBC-70DC-4669-BC0D-2EDA78C5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1F67D0-A28E-456B-8174-346A71655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C6813-CDE9-40BB-95E1-A81013A07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D3EC-2559-4C7B-B859-5DA7993DF483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9BF4D-F32E-4623-9E15-87E650F31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EA4A4-EDE7-4C1F-92E8-0CC8C4493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ED2A4-B78A-4F88-80BE-A9ED166AB49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462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1A929-C5E2-4511-B953-E77FAF924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8E4BA-9D3A-4F99-9FE0-D27876772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3EEBF-0D12-40E8-A857-CE1359054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D3EC-2559-4C7B-B859-5DA7993DF483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14724-2A01-45E7-8B8D-5F52ACD7A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963F0-EB8D-4C51-83A0-80794E756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ED2A4-B78A-4F88-80BE-A9ED166AB49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4740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759EE-1933-4664-A550-88EA228F3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E4A14-3F09-4136-99B7-C8ADF6A99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969EE-3831-4517-9B37-3653C55CE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D3EC-2559-4C7B-B859-5DA7993DF483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F9450-A642-42E9-A00C-1C0E118C1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0FF17-8408-4936-B058-C75A7C7C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ED2A4-B78A-4F88-80BE-A9ED166AB49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9695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8EC40-C631-4DE0-ACA4-8D021753A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AAAA7-CABA-43FB-821C-92D5D2B97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01524-CDEA-47B4-A2B2-E6343937D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A2BDE-8621-43DD-9063-4B808511E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D3EC-2559-4C7B-B859-5DA7993DF483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1BC65-EB28-463D-BE61-CE264B995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41B1A9-E7E8-434F-82F3-6235BF71B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ED2A4-B78A-4F88-80BE-A9ED166AB49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5014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65F84-5ECC-40C8-8942-3801215A2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5CE4F-B504-4B9D-88F4-35C4124D2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81459-3187-4BE6-ADD0-45FF2EFF4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53B4A3-2A81-4E3D-9369-8411DDCCF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CD78C-DD7A-436C-BC3A-3462193FF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739CD-A3B7-442A-9F6E-1C21834FB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D3EC-2559-4C7B-B859-5DA7993DF483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6F99CD-C87D-4DEC-A7C0-AC52E7A05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AF3EF-904F-48B2-8CED-10B9A7CC9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ED2A4-B78A-4F88-80BE-A9ED166AB49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28415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DB791-34F2-40EE-92B2-F449166ED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FE93F-BA93-4244-B365-CF07F7CEE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D3EC-2559-4C7B-B859-5DA7993DF483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8CC412-0FD0-4242-BCF6-8D0BB7022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92CA9-90E3-41CA-95EE-2AE2363D4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ED2A4-B78A-4F88-80BE-A9ED166AB49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4189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40DC33-7465-4E2D-8934-9DA8619DB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D3EC-2559-4C7B-B859-5DA7993DF483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0BB466-7670-4F78-B7AE-E9789C1BA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E721D-2712-464B-920A-2F9628346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ED2A4-B78A-4F88-80BE-A9ED166AB49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6837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86271-B2B6-4C46-A5A8-1BDC55C5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11FC0-623F-4A32-BCFE-3B07DB4C3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D84CF-CCD8-4CA9-9097-6E804F9CD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81E93-F20A-4159-8284-516E53AB8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D3EC-2559-4C7B-B859-5DA7993DF483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9994D-044B-42E1-87CB-A93436290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F0EB8-B469-4538-969C-305EA24F1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ED2A4-B78A-4F88-80BE-A9ED166AB49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86112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476AA-33AE-427B-8388-C51A1FA49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70697-F2F4-4336-B579-79C9287688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34E58D-8D6A-4FF4-AF1C-58A6DE834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B2810-EED4-47DD-B046-C7B458B24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D3EC-2559-4C7B-B859-5DA7993DF483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6363B-5972-4DBF-866F-1E9E4C611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5C70C-780C-46B5-AC60-694D7AFAC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ED2A4-B78A-4F88-80BE-A9ED166AB49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31635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77201-1FE1-49ED-9538-2910C200C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E87CFB-3D41-4EDF-A3DA-B4F457B94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61F51-BF14-4D04-BBB6-CA651051A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D3EC-2559-4C7B-B859-5DA7993DF483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BCF8A-E5C4-4B1D-9133-24AA591A5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26472-27F6-4678-996B-6C2CCFEBB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ED2A4-B78A-4F88-80BE-A9ED166AB49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9572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34104C-A9DD-43F8-9E1B-1D33F0677D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FB2DF-CA19-4D49-92C4-95C9B2212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D1750-921E-4E77-A699-550304D98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D3EC-2559-4C7B-B859-5DA7993DF483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E2719-42A4-4396-A118-19D3A1075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B2D72-C4EF-4956-BA83-64926135A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ED2A4-B78A-4F88-80BE-A9ED166AB49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260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4CA8F8-4558-42F5-880F-6468C8899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8411A-39A7-47C2-AD9F-E802DF228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FE051-8622-4252-B6FB-690077E350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8D3EC-2559-4C7B-B859-5DA7993DF483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87ABA-1750-491F-9841-D3BCA2BCD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95179-35C2-4539-B5AE-4829023617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ED2A4-B78A-4F88-80BE-A9ED166AB49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8143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4CF014A-3FEA-463D-BD60-C128307919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12"/>
          <a:stretch/>
        </p:blipFill>
        <p:spPr>
          <a:xfrm>
            <a:off x="0" y="0"/>
            <a:ext cx="12192000" cy="6855333"/>
          </a:xfrm>
        </p:spPr>
      </p:pic>
    </p:spTree>
    <p:extLst>
      <p:ext uri="{BB962C8B-B14F-4D97-AF65-F5344CB8AC3E}">
        <p14:creationId xmlns:p14="http://schemas.microsoft.com/office/powerpoint/2010/main" val="2447548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22FAB8-AD3D-4609-9273-B315590833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774" y="86400"/>
            <a:ext cx="3101009" cy="6567704"/>
          </a:xfrm>
        </p:spPr>
      </p:pic>
    </p:spTree>
    <p:extLst>
      <p:ext uri="{BB962C8B-B14F-4D97-AF65-F5344CB8AC3E}">
        <p14:creationId xmlns:p14="http://schemas.microsoft.com/office/powerpoint/2010/main" val="187821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D9107-A592-4FA9-94A7-3895F589F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0522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Github</a:t>
            </a:r>
            <a:r>
              <a:rPr lang="en-US" dirty="0"/>
              <a:t> Link: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8051C-6428-42CD-ACC9-7091E4433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10948"/>
            <a:ext cx="9144000" cy="636104"/>
          </a:xfrm>
        </p:spPr>
        <p:txBody>
          <a:bodyPr/>
          <a:lstStyle/>
          <a:p>
            <a:r>
              <a:rPr lang="en-ID" dirty="0"/>
              <a:t>https://github.com/agatapurwa/insightswarm-enterprise-agent</a:t>
            </a:r>
          </a:p>
        </p:txBody>
      </p:sp>
    </p:spTree>
    <p:extLst>
      <p:ext uri="{BB962C8B-B14F-4D97-AF65-F5344CB8AC3E}">
        <p14:creationId xmlns:p14="http://schemas.microsoft.com/office/powerpoint/2010/main" val="1704964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Github Link: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Made Agata Purwananda</dc:creator>
  <cp:lastModifiedBy>Made Agata Purwananda</cp:lastModifiedBy>
  <cp:revision>1</cp:revision>
  <dcterms:created xsi:type="dcterms:W3CDTF">2025-12-01T17:40:51Z</dcterms:created>
  <dcterms:modified xsi:type="dcterms:W3CDTF">2025-12-01T18:08:29Z</dcterms:modified>
</cp:coreProperties>
</file>